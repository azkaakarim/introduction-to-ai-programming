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4372-F3CA-40B5-B4FF-697912A64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18340-0280-4663-85F9-1A91A9CDF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A450D-F800-48A2-8C7A-2DC9C9C6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E0480-0501-47E8-9440-B7E0D569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D96F9-8BB9-452F-88CE-AF66D266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639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2A44-77C1-4A59-BF3E-4523BAF9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022A-C64A-4AF6-AB02-AB9AF33D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7C17D-C99A-465E-BAB5-60903D6C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C5B64-716D-45DF-8B2F-58072191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05AB-FA0C-4361-8E72-96A6ABBB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951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D656-9F30-453C-B5A6-D2010077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C16D5-1D3E-447A-BA51-1EC56F43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2048-5775-4DEB-8F27-E4ABA9CD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59E7-1305-4935-B521-E4D62FB1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7B332-C30B-4250-9A2A-7D6CAD30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230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86CF-F5D7-4F5C-B3E2-9FF8B03F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DB74A-7FFD-439A-B9A2-A27351EC9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E6816-BA0A-4D92-A9BE-1FAC0939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24A55-A1AE-4DAE-B857-64FCFBE1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09421-71E8-47EA-8B05-B90D8810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69F23-5758-497F-A01B-17F9547E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030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7C92-39CF-4DCF-B85A-505AD75CE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56394-6718-44D9-A218-00F3D0C2E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A1F02-E7D8-408B-9BC4-B708A9DE3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41686-FF68-4B25-8E5F-59CD37EF3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33A1F-1041-4C0D-8995-1452F11B4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D0071-9DDB-4406-90D1-AEE45F99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95709-5723-4436-ACCE-984298D7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8CA63-FE4F-4445-B9A5-31B198C8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647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B75B-D09B-45FF-B071-A9CEE17C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2A8B7-657E-4F08-9367-7FF76E95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28D24-CD9F-4048-943F-395B10C8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76717-832D-4D70-A8FC-02CD82F4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33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24DE0D-E574-4388-B7C8-A5A0A2E4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8356C-E863-4986-B7C4-292877D8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4AB32-8D66-4C14-A393-6B073F8D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38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4A48-8807-4431-A365-87399F34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D750-A51C-4EF6-B26B-5BE819F9F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E95B1-83D5-48B4-BEA7-2D5009C82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475F0-D575-4FFA-BE0A-80AD7F79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5197E-F85F-4D26-B472-02BE2A07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8CD4-4B83-40DD-B61F-C3F4D566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444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35A1-13C2-4910-AD5E-867E4423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7A726-E987-4ABA-B239-EDD5C5252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78A89-1590-4D8E-AC26-2740C114C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73062-68A5-4BB6-A595-89E0070E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550A8-3D20-4929-B830-75691A56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78ECF-E823-4691-A0E8-86D97A8B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208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5DAE-44A4-41E0-AFD9-1945C73A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A37C1-DECC-443E-89FD-1420BA5DB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D272-D452-4287-9587-28D3F798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B340-9732-4A58-B48C-293C0EC4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53E27-21EE-4503-8C4A-9B740875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041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F409B-8B03-41E9-8731-E73DEC932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D640C-0959-4D91-951D-73689558F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7D5B3-683E-4408-A46F-ABA876E9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B1990-832E-4596-A16C-5DF77E9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B5345-A6DF-4186-A840-8477A38E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99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724DD-4FC5-4F46-99DD-CFC6A567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212C-257E-4711-8CE4-B5D9C3CA1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19743-6C4D-4FBD-A451-B8424722A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22A20-D0A5-431A-A08B-7307168E0FD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9952F-FFBC-49CB-A8E6-C92C15368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473FA-9619-4F2A-A5E6-58AC92EDD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551AF-B3FE-4000-BF79-99DA202F101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95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98B115-58A3-4402-BDC1-D3D58EFA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43" y="1127341"/>
            <a:ext cx="4943475" cy="1504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28EA26-E4D5-4BB4-83D1-6454B505DEAA}"/>
              </a:ext>
            </a:extLst>
          </p:cNvPr>
          <p:cNvSpPr txBox="1"/>
          <p:nvPr/>
        </p:nvSpPr>
        <p:spPr>
          <a:xfrm>
            <a:off x="8704821" y="5567083"/>
            <a:ext cx="1941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AZKA KARIM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0982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2F86-6E56-4183-B64F-C1BF4E8B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Upwork?</a:t>
            </a:r>
            <a:br>
              <a:rPr lang="en-US" dirty="0"/>
            </a:b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DFFB03-F67E-4103-83DF-643437086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079" y="2197836"/>
            <a:ext cx="3611862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Founded in 2015 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18+ million freelancers, 5+ million clients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$3.8 billion+ earned by freelancers annually (2024 stats)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Available in 180+ countries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8CCFD-F4B9-468F-8FC7-E9ED74172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986" y="1704935"/>
            <a:ext cx="57721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0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4019-A558-48CA-83D0-F24EEFDA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Upwork Works (Simple Flow)</a:t>
            </a:r>
            <a:br>
              <a:rPr lang="en-US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8F5C0B-C9B2-4F1A-A71E-ED14EFFE0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507" y="3035032"/>
            <a:ext cx="9564985" cy="11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0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17E2-28EE-44AE-9E74-756FEEF7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Work on Upwork</a:t>
            </a:r>
            <a:br>
              <a:rPr lang="en-US" dirty="0"/>
            </a:b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92980C-2E47-4DCF-953D-CD813CDA4A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639" y="1656060"/>
            <a:ext cx="59120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icons: Development &amp; IT, Design &amp; Creative, Writing, Customer Support, Sales &amp; Marketing, Accounting, etc.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Fixed-price vs Hourly projects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77B0E-30DA-42D8-8773-0F0B570A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62" y="3429000"/>
            <a:ext cx="34956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1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A086EE-FFC4-42BF-9933-289C4C037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71" y="860981"/>
            <a:ext cx="8707332" cy="515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DE7031-8DDD-42CF-ACC5-828177C8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95" y="1123016"/>
            <a:ext cx="80105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2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D9FAA6-42A7-4E04-B033-0E87AAA807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16"/>
          <a:stretch/>
        </p:blipFill>
        <p:spPr>
          <a:xfrm>
            <a:off x="21038" y="28280"/>
            <a:ext cx="3433272" cy="3571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F0B825-1C49-4522-86EA-27B1F1944E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54" t="37270"/>
          <a:stretch/>
        </p:blipFill>
        <p:spPr>
          <a:xfrm>
            <a:off x="5396673" y="970960"/>
            <a:ext cx="3049080" cy="1888111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4DEA800-6BF7-4780-8388-CA9039B6EB57}"/>
              </a:ext>
            </a:extLst>
          </p:cNvPr>
          <p:cNvSpPr/>
          <p:nvPr/>
        </p:nvSpPr>
        <p:spPr>
          <a:xfrm>
            <a:off x="3023893" y="1504950"/>
            <a:ext cx="2419005" cy="820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C1811-0A11-41A1-B6AB-3D686ECEB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512" y="2672057"/>
            <a:ext cx="3600450" cy="2409825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323B535C-1A36-42F8-A057-7FB8A89149D5}"/>
              </a:ext>
            </a:extLst>
          </p:cNvPr>
          <p:cNvSpPr/>
          <p:nvPr/>
        </p:nvSpPr>
        <p:spPr>
          <a:xfrm rot="18450317">
            <a:off x="8190936" y="1712660"/>
            <a:ext cx="1093510" cy="1224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A31D9-2A13-4826-8113-64DD5DF42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8" y="3362326"/>
            <a:ext cx="7410450" cy="3495675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4442C944-439C-4FB1-8764-8EB384FB4173}"/>
              </a:ext>
            </a:extLst>
          </p:cNvPr>
          <p:cNvSpPr/>
          <p:nvPr/>
        </p:nvSpPr>
        <p:spPr>
          <a:xfrm>
            <a:off x="7513163" y="4203766"/>
            <a:ext cx="1131217" cy="10037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032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933CF-0F43-4572-9CC3-A2DDBF86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8975" cy="3267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E9AE39-3EE6-42C2-BF93-A30EAB7A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598" y="3267075"/>
            <a:ext cx="7229475" cy="3448050"/>
          </a:xfrm>
          <a:prstGeom prst="rect">
            <a:avLst/>
          </a:prstGeom>
        </p:spPr>
      </p:pic>
      <p:sp>
        <p:nvSpPr>
          <p:cNvPr id="5" name="Arrow: Bent 4">
            <a:extLst>
              <a:ext uri="{FF2B5EF4-FFF2-40B4-BE49-F238E27FC236}">
                <a16:creationId xmlns:a16="http://schemas.microsoft.com/office/drawing/2014/main" id="{70FD4D3C-EB52-4806-8AFD-CE6B50B4D29F}"/>
              </a:ext>
            </a:extLst>
          </p:cNvPr>
          <p:cNvSpPr/>
          <p:nvPr/>
        </p:nvSpPr>
        <p:spPr>
          <a:xfrm rot="10800000" flipH="1">
            <a:off x="2403834" y="3571386"/>
            <a:ext cx="2460397" cy="159312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9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BE38E6-9A87-4513-A884-75060F55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91275" cy="285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16B1F7-EE38-4981-8A0D-E28317BF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25" y="90487"/>
            <a:ext cx="3990975" cy="2676525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0050689C-67D5-46C8-AFC5-D8380A95BB3E}"/>
              </a:ext>
            </a:extLst>
          </p:cNvPr>
          <p:cNvSpPr/>
          <p:nvPr/>
        </p:nvSpPr>
        <p:spPr>
          <a:xfrm rot="10800000">
            <a:off x="7013248" y="1150069"/>
            <a:ext cx="1187777" cy="97096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8C4FE-A3E9-4C92-9C73-400309522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823" y="3295650"/>
            <a:ext cx="5276850" cy="3562350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0B276BE1-374C-4E12-A09D-AE948306BB76}"/>
              </a:ext>
            </a:extLst>
          </p:cNvPr>
          <p:cNvSpPr/>
          <p:nvPr/>
        </p:nvSpPr>
        <p:spPr>
          <a:xfrm rot="19414247">
            <a:off x="9428081" y="3205162"/>
            <a:ext cx="1187777" cy="97096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0026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5F8109-ADBF-4411-AB9A-DF4A0142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00109" cy="25232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9789D2-6627-4188-A97A-0A3921DC3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93" y="0"/>
            <a:ext cx="5169031" cy="198039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7D6309C6-555B-429A-9FF2-427FE2A417F3}"/>
              </a:ext>
            </a:extLst>
          </p:cNvPr>
          <p:cNvSpPr/>
          <p:nvPr/>
        </p:nvSpPr>
        <p:spPr>
          <a:xfrm>
            <a:off x="5326144" y="810705"/>
            <a:ext cx="1461155" cy="7447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83776-62C8-4056-B536-3101087FD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657" y="3137137"/>
            <a:ext cx="6563166" cy="295709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FA61741-9559-448B-9C63-6E62DFA0A9CE}"/>
              </a:ext>
            </a:extLst>
          </p:cNvPr>
          <p:cNvSpPr/>
          <p:nvPr/>
        </p:nvSpPr>
        <p:spPr>
          <a:xfrm rot="7081185">
            <a:off x="7899662" y="2231664"/>
            <a:ext cx="838985" cy="6504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E044D-C22F-405C-B8C3-92248397C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" y="3414362"/>
            <a:ext cx="5612091" cy="238378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5BC4C52-9C0B-4EA7-91F3-BC7C3703CC37}"/>
              </a:ext>
            </a:extLst>
          </p:cNvPr>
          <p:cNvSpPr/>
          <p:nvPr/>
        </p:nvSpPr>
        <p:spPr>
          <a:xfrm rot="10800000">
            <a:off x="5162485" y="4415828"/>
            <a:ext cx="968343" cy="857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051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9ECBCD-9305-4C7F-999C-A928818EC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707"/>
            <a:ext cx="5095531" cy="24111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A59BC2-A111-4929-AC02-FC582284C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056" y="1657167"/>
            <a:ext cx="6394516" cy="28662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F98A18-D9DE-480F-9255-390EE3BB9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41" y="3829553"/>
            <a:ext cx="5913748" cy="290311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5040DD5-8975-412C-9C73-3C9DB3E80E7A}"/>
              </a:ext>
            </a:extLst>
          </p:cNvPr>
          <p:cNvSpPr/>
          <p:nvPr/>
        </p:nvSpPr>
        <p:spPr>
          <a:xfrm rot="2054748">
            <a:off x="5125132" y="1708318"/>
            <a:ext cx="763571" cy="904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F3D52A0D-875E-4D70-8A83-66B075B4595A}"/>
              </a:ext>
            </a:extLst>
          </p:cNvPr>
          <p:cNvSpPr/>
          <p:nvPr/>
        </p:nvSpPr>
        <p:spPr>
          <a:xfrm rot="10800000">
            <a:off x="6219776" y="4458876"/>
            <a:ext cx="1557335" cy="120663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18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79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What is Upwork? </vt:lpstr>
      <vt:lpstr>How Upwork Works (Simple Flow) </vt:lpstr>
      <vt:lpstr>Types of Work on Upwork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azkaa karim</cp:lastModifiedBy>
  <cp:revision>9</cp:revision>
  <dcterms:created xsi:type="dcterms:W3CDTF">2025-11-18T14:17:48Z</dcterms:created>
  <dcterms:modified xsi:type="dcterms:W3CDTF">2025-11-19T17:56:30Z</dcterms:modified>
</cp:coreProperties>
</file>